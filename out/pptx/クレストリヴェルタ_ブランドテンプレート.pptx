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表紙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8368" y="2926080"/>
            <a:ext cx="9692640" cy="1417320"/>
          </a:xfrm>
        </p:spPr>
        <p:txBody>
          <a:bodyPr anchor="b" lIns="0" rIns="0" tIns="0" bIns="0">
            <a:normAutofit/>
          </a:bodyPr>
          <a:lstStyle>
            <a:lvl1pPr marL="0" indent="0" algn="l">
              <a:lnSpc>
                <a:spcPct val="105000"/>
              </a:lnSpc>
              <a:buNone/>
              <a:defRPr lang="ja-JP" sz="40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タイトルを入力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68" y="4480560"/>
            <a:ext cx="9692640" cy="914400"/>
          </a:xfrm>
        </p:spPr>
        <p:txBody>
          <a:bodyPr anchor="t" lIns="0" rIns="0" tIns="0" bIns="0">
            <a:normAutofit/>
          </a:bodyPr>
          <a:lstStyle>
            <a:lvl1pPr marL="0" indent="0" algn="l">
              <a:spcBef>
                <a:spcPts val="0"/>
              </a:spcBef>
              <a:buNone/>
              <a:defRPr lang="ja-JP" sz="1600">
                <a:solidFill>
                  <a:srgbClr val="8FA8BC"/>
                </a:solidFill>
              </a:defRPr>
            </a:lvl1pPr>
            <a:lvl2pPr marL="0" indent="0" algn="l">
              <a:spcBef>
                <a:spcPts val="400"/>
              </a:spcBef>
              <a:buNone/>
              <a:defRPr lang="ja-JP" sz="1400">
                <a:solidFill>
                  <a:srgbClr val="8FA8BC"/>
                </a:solidFill>
              </a:defRPr>
            </a:lvl2pPr>
          </a:lstStyle>
          <a:p>
            <a:r>
              <a:rPr lang="en-US" smtClean="0"/>
              <a:t>サブタイトルを入力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Monogram"/>
          <p:cNvSpPr txBox="1"/>
          <p:nvPr/>
        </p:nvSpPr>
        <p:spPr>
          <a:xfrm>
            <a:off x="7223760" y="-822960"/>
            <a:ext cx="5486400" cy="7315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2000" b="0" lang="ja-JP">
                <a:solidFill>
                  <a:srgbClr val="FFFFFF">
                    <a:alpha val="5000"/>
                  </a:srgbClr>
                </a:solidFill>
                <a:latin typeface="Segoe UI Light"/>
                <a:ea typeface="Yu Gothic"/>
              </a:rPr>
              <a:t>C</a:t>
            </a:r>
          </a:p>
        </p:txBody>
      </p:sp>
      <p:sp>
        <p:nvSpPr>
          <p:cNvPr id="8" name="Kicker"/>
          <p:cNvSpPr txBox="1"/>
          <p:nvPr/>
        </p:nvSpPr>
        <p:spPr>
          <a:xfrm>
            <a:off x="658368" y="56692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lang="ja-JP" spc="400">
                <a:solidFill>
                  <a:srgbClr val="B08D57"/>
                </a:solidFill>
                <a:latin typeface="Segoe UI"/>
                <a:ea typeface="Yu Gothic"/>
              </a:rPr>
              <a:t>CRESTRIVERTA  CO., LTD.</a:t>
            </a:r>
          </a:p>
        </p:txBody>
      </p:sp>
      <p:sp>
        <p:nvSpPr>
          <p:cNvPr id="9" name="GoldMark"/>
          <p:cNvSpPr/>
          <p:nvPr/>
        </p:nvSpPr>
        <p:spPr>
          <a:xfrm>
            <a:off x="658368" y="2761488"/>
            <a:ext cx="658368" cy="4572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ooterRule"/>
          <p:cNvSpPr/>
          <p:nvPr/>
        </p:nvSpPr>
        <p:spPr>
          <a:xfrm>
            <a:off x="658368" y="6291072"/>
            <a:ext cx="10874959" cy="9509"/>
          </a:xfrm>
          <a:prstGeom prst="rect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isclaimer"/>
          <p:cNvSpPr txBox="1"/>
          <p:nvPr/>
        </p:nvSpPr>
        <p:spPr>
          <a:xfrm>
            <a:off x="658368" y="640080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lang="ja-JP">
                <a:solidFill>
                  <a:srgbClr val="8FA8BC"/>
                </a:solidFill>
                <a:latin typeface="Segoe UI"/>
                <a:ea typeface="Yu Gothic"/>
              </a:rPr>
              <a:t>本資料はハンズオン用に作成された架空の企業・架空のデータです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本文（タイトルと箇条書き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457200"/>
            <a:ext cx="10874959" cy="868680"/>
          </a:xfrm>
        </p:spPr>
        <p:txBody>
          <a:bodyPr anchor="b" lIns="0" rIns="0" tIns="0" bIns="0">
            <a:normAutofit/>
          </a:bodyPr>
          <a:lstStyle/>
          <a:p>
            <a:r>
              <a:rPr lang="en-US" smtClean="0"/>
              <a:t>タイトルを入力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368" y="1600200"/>
            <a:ext cx="10874959" cy="4480560"/>
          </a:xfrm>
        </p:spPr>
        <p:txBody>
          <a:bodyPr anchor="t" lIns="0" rIns="0" tIns="36576" bIns="36576">
            <a:normAutofit/>
          </a:bodyPr>
          <a:lstStyle/>
          <a:p>
            <a:pPr lvl="0"/>
            <a:r>
              <a:rPr lang="en-US" smtClean="0"/>
              <a:t>本文を入力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章区切り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2926080"/>
            <a:ext cx="9692640" cy="1188720"/>
          </a:xfrm>
        </p:spPr>
        <p:txBody>
          <a:bodyPr anchor="b" lIns="0" rIns="0" tIns="0" bIns="0">
            <a:normAutofit/>
          </a:bodyPr>
          <a:lstStyle>
            <a:lvl1pPr marL="0" indent="0" algn="l">
              <a:buNone/>
              <a:defRPr lang="ja-JP" sz="34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章タイトルを入力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8368" y="4251960"/>
            <a:ext cx="9692640" cy="1280160"/>
          </a:xfrm>
        </p:spPr>
        <p:txBody>
          <a:bodyPr anchor="t" lIns="0" rIns="0" tIns="0" bIns="0">
            <a:normAutofit/>
          </a:bodyPr>
          <a:lstStyle>
            <a:lvl1pPr marL="0" indent="0" algn="l">
              <a:spcBef>
                <a:spcPts val="0"/>
              </a:spcBef>
              <a:lnSpc>
                <a:spcPct val="115000"/>
              </a:lnSpc>
              <a:buNone/>
              <a:defRPr lang="ja-JP" sz="1500">
                <a:solidFill>
                  <a:srgbClr val="8FA8BC"/>
                </a:solidFill>
              </a:defRPr>
            </a:lvl1pPr>
          </a:lstStyle>
          <a:p>
            <a:pPr lvl="0"/>
            <a:r>
              <a:rPr lang="en-US" smtClean="0"/>
              <a:t>章の要点を入力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Monogram"/>
          <p:cNvSpPr txBox="1"/>
          <p:nvPr/>
        </p:nvSpPr>
        <p:spPr>
          <a:xfrm>
            <a:off x="7223760" y="-822960"/>
            <a:ext cx="5486400" cy="7315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2000" b="0" lang="ja-JP">
                <a:solidFill>
                  <a:srgbClr val="FFFFFF">
                    <a:alpha val="5000"/>
                  </a:srgbClr>
                </a:solidFill>
                <a:latin typeface="Segoe UI Light"/>
                <a:ea typeface="Yu Gothic"/>
              </a:rPr>
              <a:t>C</a:t>
            </a:r>
          </a:p>
        </p:txBody>
      </p:sp>
      <p:sp>
        <p:nvSpPr>
          <p:cNvPr id="8" name="Kicker"/>
          <p:cNvSpPr txBox="1"/>
          <p:nvPr/>
        </p:nvSpPr>
        <p:spPr>
          <a:xfrm>
            <a:off x="658368" y="56692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lang="ja-JP" spc="400">
                <a:solidFill>
                  <a:srgbClr val="B08D57"/>
                </a:solidFill>
                <a:latin typeface="Segoe UI"/>
                <a:ea typeface="Yu Gothic"/>
              </a:rPr>
              <a:t>SECTION</a:t>
            </a:r>
          </a:p>
        </p:txBody>
      </p:sp>
      <p:sp>
        <p:nvSpPr>
          <p:cNvPr id="9" name="GoldMark"/>
          <p:cNvSpPr/>
          <p:nvPr/>
        </p:nvSpPr>
        <p:spPr>
          <a:xfrm>
            <a:off x="658368" y="2761488"/>
            <a:ext cx="658368" cy="4572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ooterRule"/>
          <p:cNvSpPr/>
          <p:nvPr/>
        </p:nvSpPr>
        <p:spPr>
          <a:xfrm>
            <a:off x="658368" y="6291072"/>
            <a:ext cx="10874959" cy="9509"/>
          </a:xfrm>
          <a:prstGeom prst="rect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isclaimer"/>
          <p:cNvSpPr txBox="1"/>
          <p:nvPr/>
        </p:nvSpPr>
        <p:spPr>
          <a:xfrm>
            <a:off x="658368" y="640080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lang="ja-JP">
                <a:solidFill>
                  <a:srgbClr val="8FA8BC"/>
                </a:solidFill>
                <a:latin typeface="Segoe UI"/>
                <a:ea typeface="Yu Gothic"/>
              </a:rPr>
              <a:t>本資料はハンズオン用に作成された架空の企業・架空のデータです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カラ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457200"/>
            <a:ext cx="10874959" cy="868680"/>
          </a:xfrm>
        </p:spPr>
        <p:txBody>
          <a:bodyPr anchor="b" lIns="0" rIns="0" tIns="0" bIns="0">
            <a:normAutofit/>
          </a:bodyPr>
          <a:lstStyle/>
          <a:p>
            <a:r>
              <a:rPr lang="en-US" smtClean="0"/>
              <a:t>タイトルを入力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8368" y="1600200"/>
            <a:ext cx="5231739" cy="4480560"/>
          </a:xfrm>
        </p:spPr>
        <p:txBody>
          <a:bodyPr anchor="t" lIns="0" rIns="0" tIns="36576" bIns="36576">
            <a:normAutofit/>
          </a:bodyPr>
          <a:lstStyle/>
          <a:p>
            <a:pPr lvl="0"/>
            <a:r>
              <a:rPr lang="en-US" smtClean="0"/>
              <a:t>左カラムを入力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1587" y="1600200"/>
            <a:ext cx="5231739" cy="4480560"/>
          </a:xfrm>
        </p:spPr>
        <p:txBody>
          <a:bodyPr anchor="t" lIns="0" rIns="0" tIns="36576" bIns="36576">
            <a:normAutofit/>
          </a:bodyPr>
          <a:lstStyle/>
          <a:p>
            <a:pPr lvl="0"/>
            <a:r>
              <a:rPr lang="en-US" smtClean="0"/>
              <a:t>右カラムを入力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457200"/>
            <a:ext cx="10874959" cy="868680"/>
          </a:xfrm>
        </p:spPr>
        <p:txBody>
          <a:bodyPr anchor="b" lIns="0" rIns="0" tIns="0" bIns="0">
            <a:normAutofit/>
          </a:bodyPr>
          <a:lstStyle/>
          <a:p>
            <a:r>
              <a:rPr lang="en-US" smtClean="0"/>
              <a:t>タイトルを入力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8368" y="1600200"/>
            <a:ext cx="5231739" cy="512064"/>
          </a:xfrm>
          <a:solidFill>
            <a:srgbClr val="EEF2F6"/>
          </a:solidFill>
        </p:spPr>
        <p:txBody>
          <a:bodyPr anchor="ctr" lIns="146304" rIns="146304" tIns="0" bIns="0">
            <a:normAutofit/>
          </a:bodyPr>
          <a:lstStyle>
            <a:lvl1pPr marL="0" indent="0" algn="l">
              <a:spcBef>
                <a:spcPts val="0"/>
              </a:spcBef>
              <a:buNone/>
              <a:defRPr lang="ja-JP" sz="1500" b="1">
                <a:solidFill>
                  <a:srgbClr val="1B3A5C"/>
                </a:solidFill>
              </a:defRPr>
            </a:lvl1pPr>
          </a:lstStyle>
          <a:p>
            <a:pPr lvl="0"/>
            <a:r>
              <a:rPr lang="en-US" smtClean="0"/>
              <a:t>見出しを入力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8368" y="2286000"/>
            <a:ext cx="5231739" cy="3794760"/>
          </a:xfrm>
        </p:spPr>
        <p:txBody>
          <a:bodyPr anchor="t" lIns="0" rIns="0" tIns="36576" bIns="36576">
            <a:normAutofit/>
          </a:bodyPr>
          <a:lstStyle/>
          <a:p>
            <a:pPr lvl="0"/>
            <a:r>
              <a:rPr lang="en-US" smtClean="0"/>
              <a:t>内容を入力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01587" y="1600200"/>
            <a:ext cx="5231739" cy="512064"/>
          </a:xfrm>
          <a:solidFill>
            <a:srgbClr val="EEF2F6"/>
          </a:solidFill>
        </p:spPr>
        <p:txBody>
          <a:bodyPr anchor="ctr" lIns="146304" rIns="146304" tIns="0" bIns="0">
            <a:normAutofit/>
          </a:bodyPr>
          <a:lstStyle>
            <a:lvl1pPr marL="0" indent="0" algn="l">
              <a:spcBef>
                <a:spcPts val="0"/>
              </a:spcBef>
              <a:buNone/>
              <a:defRPr lang="ja-JP" sz="1500" b="1">
                <a:solidFill>
                  <a:srgbClr val="1B3A5C"/>
                </a:solidFill>
              </a:defRPr>
            </a:lvl1pPr>
          </a:lstStyle>
          <a:p>
            <a:pPr lvl="0"/>
            <a:r>
              <a:rPr lang="en-US" smtClean="0"/>
              <a:t>見出しを入力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01587" y="2286000"/>
            <a:ext cx="5231739" cy="3794760"/>
          </a:xfrm>
        </p:spPr>
        <p:txBody>
          <a:bodyPr anchor="t" lIns="0" rIns="0" tIns="36576" bIns="36576">
            <a:normAutofit/>
          </a:bodyPr>
          <a:lstStyle/>
          <a:p>
            <a:pPr lvl="0"/>
            <a:r>
              <a:rPr lang="en-US" smtClean="0"/>
              <a:t>内容を入力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457200"/>
            <a:ext cx="10874959" cy="868680"/>
          </a:xfrm>
        </p:spPr>
        <p:txBody>
          <a:bodyPr anchor="b" lIns="0" rIns="0" tIns="0" bIns="0">
            <a:normAutofit/>
          </a:bodyPr>
          <a:lstStyle/>
          <a:p>
            <a:r>
              <a:rPr lang="en-US" smtClean="0"/>
              <a:t>タイトルを入力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（自由配置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図表と説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457200"/>
            <a:ext cx="3657600" cy="1417320"/>
          </a:xfrm>
        </p:spPr>
        <p:txBody>
          <a:bodyPr anchor="b" lIns="0" rIns="0" tIns="0" bIns="0">
            <a:normAutofit/>
          </a:bodyPr>
          <a:lstStyle>
            <a:lvl1pPr marL="0" indent="0" algn="l">
              <a:buNone/>
              <a:defRPr lang="ja-JP" sz="2400" b="1">
                <a:solidFill>
                  <a:srgbClr val="1B3A5C"/>
                </a:solidFill>
              </a:defRPr>
            </a:lvl1pPr>
          </a:lstStyle>
          <a:p>
            <a:r>
              <a:rPr lang="en-US" smtClean="0"/>
              <a:t>タイトルを入力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73168" y="457200"/>
            <a:ext cx="6760159" cy="5623560"/>
          </a:xfrm>
        </p:spPr>
        <p:txBody>
          <a:bodyPr anchor="t" lIns="0" rIns="0" tIns="36576" bIns="36576">
            <a:normAutofit/>
          </a:bodyPr>
          <a:lstStyle/>
          <a:p>
            <a:pPr lvl="0"/>
            <a:r>
              <a:rPr lang="en-US" smtClean="0"/>
              <a:t>図表を挿入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8368" y="2057400"/>
            <a:ext cx="3657600" cy="4023360"/>
          </a:xfrm>
        </p:spPr>
        <p:txBody>
          <a:bodyPr anchor="t" lIns="0" rIns="0" tIns="0" bIns="0">
            <a:normAutofit/>
          </a:bodyPr>
          <a:lstStyle>
            <a:lvl1pPr marL="0" indent="0" algn="l">
              <a:spcBef>
                <a:spcPts val="600"/>
              </a:spcBef>
              <a:lnSpc>
                <a:spcPct val="118000"/>
              </a:lnSpc>
              <a:buNone/>
              <a:defRPr lang="ja-JP" sz="1300">
                <a:solidFill>
                  <a:srgbClr val="1A1A1A"/>
                </a:solidFill>
              </a:defRPr>
            </a:lvl1pPr>
            <a:lvl2pPr marL="0" indent="0" algn="l">
              <a:spcBef>
                <a:spcPts val="400"/>
              </a:spcBef>
              <a:buNone/>
              <a:defRPr lang="ja-JP" sz="1200">
                <a:solidFill>
                  <a:srgbClr val="6B7783"/>
                </a:solidFill>
              </a:defRPr>
            </a:lvl2pPr>
          </a:lstStyle>
          <a:p>
            <a:pPr lvl="0"/>
            <a:r>
              <a:rPr lang="en-US" smtClean="0"/>
              <a:t>図表の説明を入力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画像と説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82128" y="457200"/>
            <a:ext cx="3651199" cy="1417320"/>
          </a:xfrm>
        </p:spPr>
        <p:txBody>
          <a:bodyPr anchor="b" lIns="0" rIns="0" tIns="0" bIns="0">
            <a:normAutofit/>
          </a:bodyPr>
          <a:lstStyle>
            <a:lvl1pPr marL="0" indent="0" algn="l">
              <a:buNone/>
              <a:defRPr lang="ja-JP" sz="2400" b="1">
                <a:solidFill>
                  <a:srgbClr val="1B3A5C"/>
                </a:solidFill>
              </a:defRPr>
            </a:lvl1pPr>
          </a:lstStyle>
          <a:p>
            <a:r>
              <a:rPr lang="en-US" smtClean="0"/>
              <a:t>タイトルを入力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58368" y="457200"/>
            <a:ext cx="6766560" cy="56235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t>画像を挿入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82128" y="2057400"/>
            <a:ext cx="3651199" cy="4023360"/>
          </a:xfrm>
        </p:spPr>
        <p:txBody>
          <a:bodyPr anchor="t" lIns="0" rIns="0" tIns="0" bIns="0">
            <a:normAutofit/>
          </a:bodyPr>
          <a:lstStyle>
            <a:lvl1pPr marL="0" indent="0" algn="l">
              <a:spcBef>
                <a:spcPts val="600"/>
              </a:spcBef>
              <a:lnSpc>
                <a:spcPct val="118000"/>
              </a:lnSpc>
              <a:buNone/>
              <a:defRPr lang="ja-JP" sz="1300">
                <a:solidFill>
                  <a:srgbClr val="1A1A1A"/>
                </a:solidFill>
              </a:defRPr>
            </a:lvl1pPr>
            <a:lvl2pPr marL="0" indent="0" algn="l">
              <a:spcBef>
                <a:spcPts val="400"/>
              </a:spcBef>
              <a:buNone/>
              <a:defRPr lang="ja-JP" sz="1200">
                <a:solidFill>
                  <a:srgbClr val="6B7783"/>
                </a:solidFill>
              </a:defRPr>
            </a:lvl2pPr>
          </a:lstStyle>
          <a:p>
            <a:pPr lvl="0"/>
            <a:r>
              <a:rPr lang="en-US" smtClean="0"/>
              <a:t>画像の説明を入力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縦書き本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457200"/>
            <a:ext cx="10874959" cy="868680"/>
          </a:xfrm>
        </p:spPr>
        <p:txBody>
          <a:bodyPr anchor="b" lIns="0" rIns="0" tIns="0" bIns="0">
            <a:normAutofit/>
          </a:bodyPr>
          <a:lstStyle/>
          <a:p>
            <a:r>
              <a:rPr lang="en-US" smtClean="0"/>
              <a:t>タイトルを入力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8368" y="1600200"/>
            <a:ext cx="10874959" cy="4480560"/>
          </a:xfrm>
        </p:spPr>
        <p:txBody>
          <a:bodyPr anchor="t" vert="eaVert" lIns="0" rIns="0" tIns="36576" bIns="36576">
            <a:normAutofit/>
          </a:bodyPr>
          <a:lstStyle/>
          <a:p>
            <a:pPr lvl="0"/>
            <a:r>
              <a:rPr lang="en-US" smtClean="0"/>
              <a:t>本文を入力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本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44607" y="457200"/>
            <a:ext cx="1188720" cy="5623560"/>
          </a:xfrm>
        </p:spPr>
        <p:txBody>
          <a:bodyPr anchor="t" vert="eaVert" lIns="0" rIns="0" tIns="0" bIns="0">
            <a:normAutofit/>
          </a:bodyPr>
          <a:lstStyle/>
          <a:p>
            <a:r>
              <a:rPr lang="en-US" smtClean="0"/>
              <a:t>タイトルを入力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8368" y="457200"/>
            <a:ext cx="9320479" cy="5623560"/>
          </a:xfrm>
        </p:spPr>
        <p:txBody>
          <a:bodyPr anchor="t" vert="eaVert" lIns="0" rIns="0" tIns="36576" bIns="36576">
            <a:normAutofit/>
          </a:bodyPr>
          <a:lstStyle/>
          <a:p>
            <a:pPr lvl="0"/>
            <a:r>
              <a:rPr lang="en-US" smtClean="0"/>
              <a:t>本文を入力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8368" y="457200"/>
            <a:ext cx="10874959" cy="868680"/>
          </a:xfrm>
          <a:prstGeom prst="rect">
            <a:avLst/>
          </a:prstGeom>
        </p:spPr>
        <p:txBody>
          <a:bodyPr rtlCol="0" anchor="b" lIns="0" rIns="0" tIns="0" bIns="0">
            <a:normAutofit/>
          </a:bodyPr>
          <a:lstStyle/>
          <a:p>
            <a:r>
              <a:rPr lang="en-US" smtClean="0"/>
              <a:t>タイトルを入力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8368" y="1600200"/>
            <a:ext cx="10874959" cy="4480560"/>
          </a:xfrm>
          <a:prstGeom prst="rect">
            <a:avLst/>
          </a:prstGeom>
        </p:spPr>
        <p:txBody>
          <a:bodyPr rtlCol="0" anchor="t" lIns="0" rIns="0" tIns="36576" bIns="36576">
            <a:normAutofit/>
          </a:bodyPr>
          <a:lstStyle/>
          <a:p>
            <a:pPr lvl="0"/>
            <a:r>
              <a:rPr lang="en-US" smtClean="0"/>
              <a:t>本文を入力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8368" y="6327648"/>
            <a:ext cx="2743200" cy="292608"/>
          </a:xfrm>
          <a:prstGeom prst="rect">
            <a:avLst/>
          </a:prstGeom>
        </p:spPr>
        <p:txBody>
          <a:bodyPr rtlCol="0" anchor="ctr" lIns="0" rIns="0">
            <a:normAutofit/>
          </a:bodyPr>
          <a:lstStyle>
            <a:lvl1pPr marL="0" indent="0" algn="l">
              <a:buNone/>
              <a:defRPr lang="ja-JP" sz="900">
                <a:solidFill>
                  <a:srgbClr val="6B7783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84448" y="6327648"/>
            <a:ext cx="5022799" cy="292608"/>
          </a:xfrm>
          <a:prstGeom prst="rect">
            <a:avLst/>
          </a:prstGeom>
        </p:spPr>
        <p:txBody>
          <a:bodyPr rtlCol="0" anchor="ctr" lIns="0" rIns="0">
            <a:normAutofit/>
          </a:bodyPr>
          <a:lstStyle>
            <a:lvl1pPr marL="0" indent="0" algn="ctr">
              <a:buNone/>
              <a:defRPr lang="ja-JP" sz="900">
                <a:solidFill>
                  <a:srgbClr val="6B7783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90127" y="6327648"/>
            <a:ext cx="2743200" cy="292608"/>
          </a:xfrm>
          <a:prstGeom prst="rect">
            <a:avLst/>
          </a:prstGeom>
        </p:spPr>
        <p:txBody>
          <a:bodyPr rtlCol="0" anchor="ctr" lIns="0" rIns="0">
            <a:normAutofit/>
          </a:bodyPr>
          <a:lstStyle>
            <a:lvl1pPr marL="0" indent="0" algn="r">
              <a:buNone/>
              <a:defRPr lang="ja-JP" sz="900">
                <a:solidFill>
                  <a:srgbClr val="6B7783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BrandBar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Rule"/>
          <p:cNvSpPr/>
          <p:nvPr/>
        </p:nvSpPr>
        <p:spPr>
          <a:xfrm>
            <a:off x="658368" y="6291072"/>
            <a:ext cx="10874959" cy="9509"/>
          </a:xfrm>
          <a:prstGeom prst="rect">
            <a:avLst/>
          </a:prstGeom>
          <a:solidFill>
            <a:srgbClr val="C9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sclaimer"/>
          <p:cNvSpPr txBox="1"/>
          <p:nvPr/>
        </p:nvSpPr>
        <p:spPr>
          <a:xfrm>
            <a:off x="658368" y="640080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lang="ja-JP">
                <a:solidFill>
                  <a:srgbClr val="6B7783"/>
                </a:solidFill>
                <a:latin typeface="Segoe UI"/>
                <a:ea typeface="Yu Gothic"/>
              </a:rPr>
              <a:t>本資料はハンズオン用に作成された架空の企業・架空のデータです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spcBef>
          <a:spcPts val="0"/>
        </a:spcBef>
        <a:buNone/>
        <a:defRPr sz="3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19456" indent="-219456" algn="l">
        <a:lnSpc>
          <a:spcPct val="108000"/>
        </a:lnSpc>
        <a:spcBef>
          <a:spcPts val="600"/>
        </a:spcBef>
        <a:buClr>
          <a:srgbClr val="B08D57"/>
        </a:buClr>
        <a:buSzPct val="55000"/>
        <a:buFont typeface="Segoe UI"/>
        <a:buChar char="■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75488" indent="-201168" algn="l">
        <a:lnSpc>
          <a:spcPct val="108000"/>
        </a:lnSpc>
        <a:spcBef>
          <a:spcPts val="300"/>
        </a:spcBef>
        <a:buClr>
          <a:srgbClr val="6B7783"/>
        </a:buClr>
        <a:buSzPct val="100000"/>
        <a:buFont typeface="Segoe UI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>
        <a:lnSpc>
          <a:spcPct val="108000"/>
        </a:lnSpc>
        <a:spcBef>
          <a:spcPts val="300"/>
        </a:spcBef>
        <a:buClr>
          <a:srgbClr val="8FA8BC"/>
        </a:buClr>
        <a:buSzPct val="80000"/>
        <a:buFont typeface="Segoe UI"/>
        <a:buChar char="▪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87552" indent="-182880" algn="l">
        <a:lnSpc>
          <a:spcPct val="108000"/>
        </a:lnSpc>
        <a:spcBef>
          <a:spcPts val="300"/>
        </a:spcBef>
        <a:buClr>
          <a:srgbClr val="6B7783"/>
        </a:buClr>
        <a:buSzPct val="100000"/>
        <a:buFont typeface="Segoe UI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43584" indent="-182880" algn="l">
        <a:lnSpc>
          <a:spcPct val="108000"/>
        </a:lnSpc>
        <a:spcBef>
          <a:spcPts val="300"/>
        </a:spcBef>
        <a:buClr>
          <a:srgbClr val="8FA8BC"/>
        </a:buClr>
        <a:buSzPct val="80000"/>
        <a:buFont typeface="Segoe UI"/>
        <a:buChar char="▪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CrestRiverta">
      <a:dk1>
        <a:srgbClr val="1A1A1A"/>
      </a:dk1>
      <a:lt1>
        <a:srgbClr val="FFFFFF"/>
      </a:lt1>
      <a:dk2>
        <a:srgbClr val="1B3A5C"/>
      </a:dk2>
      <a:lt2>
        <a:srgbClr val="EEF2F6"/>
      </a:lt2>
      <a:accent1>
        <a:srgbClr val="1B3A5C"/>
      </a:accent1>
      <a:accent2>
        <a:srgbClr val="C8102E"/>
      </a:accent2>
      <a:accent3>
        <a:srgbClr val="B08D57"/>
      </a:accent3>
      <a:accent4>
        <a:srgbClr val="4A6B85"/>
      </a:accent4>
      <a:accent5>
        <a:srgbClr val="8FA8BC"/>
      </a:accent5>
      <a:accent6>
        <a:srgbClr val="6B7783"/>
      </a:accent6>
      <a:hlink>
        <a:srgbClr val="1B3A5C"/>
      </a:hlink>
      <a:folHlink>
        <a:srgbClr val="6B7783"/>
      </a:folHlink>
    </a:clrScheme>
    <a:fontScheme name="CrestRiverta">
      <a:majorFont>
        <a:latin typeface="Segoe UI"/>
        <a:ea typeface="Yu Gothic"/>
        <a:cs typeface=""/>
        <a:font script="Jpan" typeface="Yu Gothic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Yu Gothic"/>
        <a:cs typeface=""/>
        <a:font script="Jpan" typeface="Yu Gothic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restRivert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クレストリヴェルタ ブランドテンプレート</dc:title>
  <dc:subject/>
  <dc:creator>クレストリヴェルタ株式会社</dc:creator>
  <cp:keywords/>
  <dc:description>ハンズオン用の架空企業ブランドテンプレート（v2）。python-pptx で開いて add_slide する土台。</dc:description>
  <cp:lastModifiedBy>クレストリヴェルタ株式会社</cp:lastModifiedBy>
  <cp:revision>1</cp:revision>
  <dcterms:created xsi:type="dcterms:W3CDTF">2013-01-27T09:14:16Z</dcterms:created>
  <dcterms:modified xsi:type="dcterms:W3CDTF">2013-01-27T09:15:58Z</dcterms:modified>
  <cp:category/>
</cp:coreProperties>
</file>